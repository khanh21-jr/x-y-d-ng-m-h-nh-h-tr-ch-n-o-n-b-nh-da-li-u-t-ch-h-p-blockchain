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066" y="-46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955101"/>
              </p:ext>
            </p:extLst>
          </p:nvPr>
        </p:nvGraphicFramePr>
        <p:xfrm>
          <a:off x="71979" y="2356346"/>
          <a:ext cx="3808421" cy="2173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8101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thiệu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892325">
                <a:tc>
                  <a:txBody>
                    <a:bodyPr/>
                    <a:lstStyle/>
                    <a:p>
                      <a:pPr algn="l"/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Đề tài: </a:t>
                      </a:r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 dựng mô hình hỗ trợ chẩn đoán bệnh da liễu tích hợp Blockchain nhằm nâng cao độ chính xác trong chẩn đoán và bảo mật dữ liệu y tế.</a:t>
                      </a:r>
                      <a:endParaRPr lang="vi-VN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 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 cho phép: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900"/>
                        <a:t>Nhận diện bệnh da liễu từ hình ảnh bằng AI.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900"/>
                        <a:t>Lưu trữ thông tin chẩn đoán trên Blockchain.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900"/>
                        <a:t>Tra cứu lịch sử và kết quả khám bệnh.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900"/>
                        <a:t>Đảm bảo tính minh bạch và an toàn dữ liệu.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vi-VN" sz="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MỤC TIÊU ĐỀ TÀI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900"/>
                        <a:t>Xây dựng mô hình AI hỗ trợ chẩn đoán bệnh da liễu.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900"/>
                        <a:t>Ứng dụng Blockchain để quản lý dữ liệu y tế.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900"/>
                        <a:t>Thiết kế giao diện đơn giản, dễ sử dụng.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900"/>
                        <a:t>Hỗ trợ lưu trữ và truy xuất thông tin bệnh án an toàn.</a:t>
                      </a:r>
                      <a:endParaRPr lang="vi-VN" sz="9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803658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trúc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</a:t>
                </a:r>
                <a:r>
                  <a:rPr lang="vi-VN" sz="1200" b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MÔ HÌNH CHUẨN ĐOÁN BỆNH DA LIỄU TÍCH HỢP BLOCKCHAIN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vi-VN" sz="799" b="1">
                    <a:latin typeface="Arial" panose="020B0604020202020204" pitchFamily="34" charset="0"/>
                    <a:cs typeface="Arial" panose="020B0604020202020204" pitchFamily="34" charset="0"/>
                  </a:rPr>
                  <a:t>Nguyễn </a:t>
                </a:r>
                <a:r>
                  <a:rPr lang="en-US" sz="799" b="1">
                    <a:latin typeface="Arial" panose="020B0604020202020204" pitchFamily="34" charset="0"/>
                    <a:cs typeface="Arial" panose="020B0604020202020204" pitchFamily="34" charset="0"/>
                  </a:rPr>
                  <a:t>Tuấn</a:t>
                </a:r>
                <a:r>
                  <a:rPr lang="vi-VN" sz="799" b="1">
                    <a:latin typeface="Arial" panose="020B0604020202020204" pitchFamily="34" charset="0"/>
                    <a:cs typeface="Arial" panose="020B0604020202020204" pitchFamily="34" charset="0"/>
                  </a:rPr>
                  <a:t> Anh</a:t>
                </a:r>
                <a:r>
                  <a:rPr lang="en-US" sz="799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7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01469"/>
              </p:ext>
            </p:extLst>
          </p:nvPr>
        </p:nvGraphicFramePr>
        <p:xfrm>
          <a:off x="187960" y="4557754"/>
          <a:ext cx="3692440" cy="5334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2440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3652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09055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903961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Mở rộng Dataset &amp; Tăng độ chính xác AI</a:t>
                      </a:r>
                      <a:r>
                        <a:rPr lang="vi-V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vi-V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 triển ứng dụng </a:t>
                      </a:r>
                      <a:r>
                        <a:rPr lang="vi-V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 </a:t>
                      </a: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hợp </a:t>
                      </a:r>
                      <a:r>
                        <a:rPr lang="vi-V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QR Code. </a:t>
                      </a:r>
                      <a:endParaRPr lang="vi-V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 khai trên </a:t>
                      </a:r>
                      <a:r>
                        <a:rPr lang="vi-VN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</a:t>
                      </a: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Server</a:t>
                      </a:r>
                      <a:r>
                        <a:rPr lang="vi-V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Tối ưu bảo mật Blockchain.</a:t>
                      </a:r>
                      <a:endParaRPr lang="vi-VN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99483A0-62E1-7F85-E6BA-36D39D27AB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296" y="4923730"/>
            <a:ext cx="2761710" cy="16558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58A0D7-EE37-0642-862D-CE602E993F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960" y="4811915"/>
            <a:ext cx="3685401" cy="25091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EF97CD-396A-2746-4767-F060AB4FDF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224" y="7321112"/>
            <a:ext cx="3692440" cy="2571033"/>
          </a:xfrm>
          <a:prstGeom prst="rect">
            <a:avLst/>
          </a:prstGeom>
        </p:spPr>
      </p:pic>
      <p:pic>
        <p:nvPicPr>
          <p:cNvPr id="20" name="Picture 19" descr="A diagram of a company&#10;&#10;AI-generated content may be incorrect.">
            <a:extLst>
              <a:ext uri="{FF2B5EF4-FFF2-40B4-BE49-F238E27FC236}">
                <a16:creationId xmlns:a16="http://schemas.microsoft.com/office/drawing/2014/main" id="{6EA7873C-2947-5A52-0042-1042F9AE02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1730" y="2592335"/>
            <a:ext cx="2694291" cy="20101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191B91-9816-D3AB-CF0E-17D0E9EFF3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217" y="1350548"/>
            <a:ext cx="595403" cy="595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E1A583-3F01-0DEC-09D8-F02E298DD5A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195" y="6904761"/>
            <a:ext cx="682927" cy="68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1252</TotalTime>
  <Words>224</Words>
  <Application>Microsoft Office PowerPoint</Application>
  <PresentationFormat>A4 Paper (210x297 mm)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taokhanhok@hotmail.com</cp:lastModifiedBy>
  <cp:revision>105</cp:revision>
  <dcterms:created xsi:type="dcterms:W3CDTF">2023-07-02T07:57:15Z</dcterms:created>
  <dcterms:modified xsi:type="dcterms:W3CDTF">2026-06-04T05:27:54Z</dcterms:modified>
</cp:coreProperties>
</file>